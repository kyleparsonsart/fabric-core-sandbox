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· CTA Hierarchy Proposal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secondary / tertiary model for validation across product surfaces — light &amp; dark mode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909560" y="18288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F0F0EE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9560" y="182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Review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832104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8696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HIERARCHY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65404" y="1097280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5404" y="10972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5404" y="1417320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weight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952244" y="1097280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E8E8E6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52244" y="10972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52244" y="1417320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weight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39084" y="10972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39084" y="1417320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weight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725924" y="1097280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E8FF3F"/>
          </a:solidFill>
          <a:ln w="12700">
            <a:solidFill>
              <a:srgbClr val="E8FF3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25924" y="10972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25924" y="1417320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112764" y="1097280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12764" y="10972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12764" y="1417320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499604" y="1097280"/>
            <a:ext cx="1078992" cy="274320"/>
          </a:xfrm>
          <a:prstGeom prst="roundRect">
            <a:avLst>
              <a:gd name="adj" fmla="val 2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9604" y="10972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99604" y="1417320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11480" y="1609344"/>
            <a:ext cx="832104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682496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IN CONTEXT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11480" y="190195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95828" y="190195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Actions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80176" y="190195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Prompt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2624328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EAEAE8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26243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11480" y="2139696"/>
            <a:ext cx="26243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2139696"/>
            <a:ext cx="2624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0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 ]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95828" y="2139696"/>
            <a:ext cx="26243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195828" y="2139696"/>
            <a:ext cx="2624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0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 ]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80176" y="2139696"/>
            <a:ext cx="262432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80176" y="2139696"/>
            <a:ext cx="2624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0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 ]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3904488"/>
            <a:ext cx="384048" cy="201168"/>
          </a:xfrm>
          <a:prstGeom prst="roundRect">
            <a:avLst>
              <a:gd name="adj" fmla="val 18182"/>
            </a:avLst>
          </a:prstGeom>
          <a:solidFill>
            <a:srgbClr val="252527"/>
          </a:solidFill>
          <a:ln w="12700">
            <a:solidFill>
              <a:srgbClr val="3C3C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39044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11480" y="3419856"/>
            <a:ext cx="2624328" cy="1170432"/>
          </a:xfrm>
          <a:prstGeom prst="rect">
            <a:avLst/>
          </a:prstGeom>
          <a:solidFill>
            <a:srgbClr val="18181A"/>
          </a:solidFill>
          <a:ln w="12700">
            <a:solidFill>
              <a:srgbClr val="3C3C3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" y="3419856"/>
            <a:ext cx="2624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E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 ]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195828" y="3419856"/>
            <a:ext cx="2624328" cy="1170432"/>
          </a:xfrm>
          <a:prstGeom prst="rect">
            <a:avLst/>
          </a:prstGeom>
          <a:solidFill>
            <a:srgbClr val="18181A"/>
          </a:solidFill>
          <a:ln w="12700">
            <a:solidFill>
              <a:srgbClr val="3C3C3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195828" y="3419856"/>
            <a:ext cx="2624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E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 ]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980176" y="3419856"/>
            <a:ext cx="2624328" cy="1170432"/>
          </a:xfrm>
          <a:prstGeom prst="rect">
            <a:avLst/>
          </a:prstGeom>
          <a:solidFill>
            <a:srgbClr val="18181A"/>
          </a:solidFill>
          <a:ln w="12700">
            <a:solidFill>
              <a:srgbClr val="3C3C3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80176" y="3419856"/>
            <a:ext cx="26243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E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 ]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1480" y="3346704"/>
            <a:ext cx="8321040" cy="0"/>
          </a:xfrm>
          <a:prstGeom prst="line">
            <a:avLst/>
          </a:prstGeom>
          <a:noFill/>
          <a:ln w="6350">
            <a:solidFill>
              <a:srgbClr val="E2E4E8"/>
            </a:solidFill>
            <a:prstDash val="sysDash"/>
          </a:ln>
        </p:spPr>
      </p:sp>
      <p:sp>
        <p:nvSpPr>
          <p:cNvPr id="47" name="Shape 45"/>
          <p:cNvSpPr/>
          <p:nvPr/>
        </p:nvSpPr>
        <p:spPr>
          <a:xfrm>
            <a:off x="411480" y="4736592"/>
            <a:ext cx="832104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8006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step:  </a:t>
            </a:r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 product design leads, align on CTA hierarchy model, then determine which surfaces to validate in experiment.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406640" y="4800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·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2026-03-18T04:27:50Z</dcterms:created>
  <dcterms:modified xsi:type="dcterms:W3CDTF">2026-03-18T04:27:50Z</dcterms:modified>
</cp:coreProperties>
</file>